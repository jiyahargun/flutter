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303F-EDC0-4CFA-9B84-6808648FB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8232B-2B6A-46E2-9DAC-DA3DF2FAD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6D95F-0FD4-4333-81A4-D60D9F17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44411-572E-47EB-A667-5821123F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0A7C-76AC-4A7D-A864-7F3BD642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7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B2463-3D09-4D23-98B0-FB101FFA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EC82A-0E4A-4A42-BDDD-05BC11FED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5D636-738E-4969-B602-93C7B0DE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7BEC-B891-4C48-9577-9A88491A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82C95-FBB4-41B0-84DB-0ECEE50B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60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32A9-2F05-4C83-B57F-F56DE35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716AF-7296-4CB1-917E-8B7817ADE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753C-4E67-4C05-B044-182BB8C0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6F1ED-A074-40F0-A47D-FA3EE190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B80B-B0C0-4AA2-9925-4C8D9CF5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55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3712-A06D-4382-92A7-6FA765F4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024BA-3310-461E-B1AA-60A992825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3D94A-3C9A-46B2-8812-2D0E9D70A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ED2D5-CCBD-4EA0-A9CF-CEBBDF97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34A1D-BA34-4F90-BD9E-5BBF7047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CC308-84A9-409F-ADBC-8510C7E6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8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AA9E-F02A-4AF8-85F3-62706740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017A0-D0D2-4F78-AF9D-F39B3CB9A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79BBC-A252-4B0D-88E0-3F3B6D1CD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D6016-16FC-4B37-A183-E78CC0B46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81DA2-28C2-4FF6-9B42-F10522834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99502-041F-4D7E-BF45-37169E6A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3553E-57E8-4530-82CB-31354073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0E34B7-4A81-433B-AB3D-0F175BB16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6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CCE2-E191-4D34-9CA1-E49C5B31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D4874-0ADC-4A7D-9C16-582174EE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8F3A0-350D-4CED-94E4-EA34A388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3130C-47DC-4FF6-8207-66A10BA8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37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689AD-C5D1-4757-8375-8F4F367F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988AD-769C-451D-9FDF-FFBF1ADA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4092D-363A-46FA-873C-8285DBDD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8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61FD-1F19-4C98-9926-9CF8CA88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CFBF9-0779-446A-8866-3C04F4540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0E0A8-EBBA-42EC-87E2-1968FE928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AF00-F70A-46E5-9411-4571BF38D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4CE72-6191-4FDE-A17C-FC046D37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28F20-EDE4-41F2-BB63-5617CAB3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802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4D79-FA1D-423A-AA4D-6C39339F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07058-A625-45D3-82EB-53C3DF7ED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D3EC2-4A08-4AFD-B928-B9C987E82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72E5B-909F-4B2D-894F-16148250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E5E1F-6B74-4B2A-9F1F-3FAA5950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17800-530A-435A-A7FE-9E12B779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5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C230-2BCD-4909-B1DC-CB870A74E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E19A3-1D7F-4399-8B45-0F10DA3CC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981EF-02AA-4C40-B120-8890A47C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D088D-4038-479C-8351-3BBE8852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06679-F473-4899-BE8A-E3A7C31A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5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AF44D6-1EDC-4C2B-AF90-235A9A912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036AE-0ED0-46A6-9A72-2CBB97E58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6B77B-116B-4FF6-A034-8FD05F2A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46357-ACCA-42BC-A71B-CB499FBC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D2270-2313-4A60-97A0-A83D6042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4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2FEA4-7C83-47BA-95CC-13886BA2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19C63-2CC6-4BC4-9843-7D932A33C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A8224-54D1-421B-A681-DD34BFFB9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9F33F-B63C-4CAC-BDE9-A1BA3CEA440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F7CC5-219B-407D-9EB6-426CF5C1E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014B7-BEFA-4376-80AC-1149F2A20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2D3F9-E9CD-4145-90FA-29829CC3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08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jiya-hargun-9b193130b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02F2-8707-40CF-A9E3-3B89898CD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hlinkClick r:id="rId2"/>
              </a:rPr>
              <a:t>https://www.linkedin.com/in/jiya-hargun-9b193130b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54D2C-5405-4300-961B-87F50B743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95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https://www.linkedin.com/in/jiya-hargun-9b193130b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https://www.linkedin.com/in/jiya-hargun-9b193130b </dc:title>
  <dc:creator>Dell</dc:creator>
  <cp:lastModifiedBy>Dell</cp:lastModifiedBy>
  <cp:revision>1</cp:revision>
  <dcterms:created xsi:type="dcterms:W3CDTF">2025-11-14T11:53:08Z</dcterms:created>
  <dcterms:modified xsi:type="dcterms:W3CDTF">2025-11-14T11:53:35Z</dcterms:modified>
</cp:coreProperties>
</file>